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75"/>
    <p:restoredTop sz="94664"/>
  </p:normalViewPr>
  <p:slideViewPr>
    <p:cSldViewPr snapToGrid="0">
      <p:cViewPr varScale="1">
        <p:scale>
          <a:sx n="178" d="100"/>
          <a:sy n="178" d="100"/>
        </p:scale>
        <p:origin x="192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C4DDAB-D54A-9B8A-8C13-B5C3A9FC2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9AC0C12-307C-55C9-ABF2-6550C7867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52C777-207D-A5F2-8C14-8B9763F72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2AE39E-9D49-596E-D2DA-24BC6C5EC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8A9D25-1D09-C2C9-4324-6CA4419F7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6623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92C34-B259-369B-2FDB-9B1F05FC7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8C2B2-7797-3783-7445-5C114FF5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322A68-1C71-3A15-0EFE-93DE56764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4BE77-FCA9-9DAE-B3B1-D133C77FD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E6B354-4932-B1DB-9CE4-8ECE429FF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7511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F40868-8D02-7467-7711-8EBBF4FB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5169A0-D516-4B3D-EAF5-662ECD5170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881A80-AFDA-EC28-66F2-0B9BD9699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890D0B-C0EB-5A3A-7437-A0F82F4C2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E3D61E-6D40-7CD9-F9DA-7FE6D430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08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39528A-6659-3E91-58E5-EBD60B20D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1B8171-BDFA-9C89-94AC-F2B3F6725A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5968AF6-DD91-24D6-A86F-EF8FEABB4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B0870E-410B-5B9D-6D37-07D3CD9D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C66B20-73E8-9D46-E367-D10418F5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BB4024-973B-0A5E-F919-198EED8C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8606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4323BF-8973-D25D-7E67-72731814A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5DB091-E699-4258-255B-DB8767C0B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F60930-5CBD-D21E-BD1F-4D450ED859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080488-7CB7-2ECF-B212-6D8B4283EA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D1681F-E0F2-D959-BA25-656FE69D1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1111636-C973-28BE-BEAC-ED7EA2855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E9C0C3-8B71-4339-9DB2-8A2F68381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3F14A48-120C-6B24-317F-79CEE0868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331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00CE93-8D1E-2E63-CC82-42ABFF82E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BC585BF-6F29-3D3D-7428-9EDB9200E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AC6348-C773-B3BB-33B7-DB89D4BC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E3984BE-A806-BF4B-D7A0-A656136E7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414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CDF7AC-21EF-5B49-8ADC-0A07C3D88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58AF6D9-D078-3F88-1338-F0ACFB1E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CE739E-D425-A53C-7D61-AC66A74BA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6983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3EC7E9-9175-340E-2606-994E2A05D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B175CA-F849-065B-A4B6-07D239DD0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B25FD1-74E1-0B30-6656-B328AA671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D7BD20-36B9-0385-6CDA-B11F075C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796E6-E0C7-59CE-0DE6-55E489516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E72AB9B-5044-C452-D7D6-EF03003D9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4087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29676C-012E-F28D-16FF-ABF68D4A4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1272364-67B5-8288-C79D-DC36D084B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0524411-5793-A56C-D4CF-BBDC1E9376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DA0C1B-7530-86F2-5568-63F63E20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D9922C-FBF6-E3E5-E27A-8C8D5E78F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DB5E15-7D61-A56D-7786-81850E747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98857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7E3913-7F48-F6CC-70B1-CB700384B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1C9D0B-2AB4-8702-44CA-7B188B80C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EF6C0F-FDD1-A579-925B-1477F02B4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ECD084-B17B-4988-2931-418EC7D19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B058C0-B827-8242-DF1E-784941B3E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696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B4EEB72-78A2-CAFC-4DBD-6ECDBCE25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2F65910-F6AF-797E-8EF8-5F67AD16D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B75CD-7D33-4F3E-7C9E-9D6A82DC7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3E0AB7-8CA8-95D8-2F05-0D1CDABC9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B2810C-763C-58CB-79A4-5E45797C8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239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ACD761-6594-CF70-75E0-F7C77B401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8DFEFAB-CBB8-0900-A42B-C35A2045A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EC08F0-26BF-B206-6751-A02B2F3B19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22BC1C-8643-8741-89F1-041B90A123F8}" type="datetimeFigureOut">
              <a:rPr kumimoji="1" lang="zh-CN" altLang="en-US" smtClean="0"/>
              <a:t>2026/3/24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95C7BE-5FE5-0BF7-0AF8-3A1EDE95C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03CD5F-FEF8-8101-7C18-130552FDE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36372-4CA6-7A47-8B99-0A0E5E3A84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7844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0835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XIAO, XIONGWEI [Student]</dc:creator>
  <cp:lastModifiedBy>XIAO, XIONGWEI [Student]</cp:lastModifiedBy>
  <cp:revision>1</cp:revision>
  <dcterms:created xsi:type="dcterms:W3CDTF">2026-03-24T02:05:37Z</dcterms:created>
  <dcterms:modified xsi:type="dcterms:W3CDTF">2026-03-24T02:06:04Z</dcterms:modified>
</cp:coreProperties>
</file>